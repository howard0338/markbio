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8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85D659-E143-E2BD-A070-44628D7CF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60EE4E-C2AC-F1F7-1F7D-55F6353E7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FC0017-4970-F16E-37E3-58C1A6B6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8D8A743-56FA-5839-5B47-A36E4DFA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E6C9769-DEF0-5D90-7E63-011860A59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688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45F03-6F1F-D469-5D75-EE49D1F00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BEABEC-6E2D-9BA6-AC05-EC807CCC5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2DD96-FAD5-1DE6-4DFC-158A3AD3B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4AA153-FDB5-02E5-A09D-68A8DE2FE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261E45-E2EB-21DB-BF71-D6B3AC308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255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FF8464-14CD-DCA1-A7F6-7BEC78B69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485935-982C-16EF-BE42-E48B6F1F26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01A337-FE52-88DC-4713-6B952D1C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2FF1A2-384F-7A4B-59F3-BE037467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4FD71D-A67C-70B6-7A1A-4AF87E27D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08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10BFDB-C8F2-6C09-42AE-DA6707B5E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19D106-1BB3-3480-7708-D8F73AC77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B07F3F6-CD5C-675A-F808-7A9FA4787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C78D63-F5F5-25D3-B2E3-9F460FDC2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11CF94C-D630-0BC3-FA80-3E447CB99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81C5E28-63D7-A943-DC88-3A790537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586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1A9080-9EA5-E027-959D-CB768AF93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20EA7EF-C244-CF2A-241A-4C8520EA5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3AE919C-64C7-BC72-5900-F79BEFE04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800EA68-A50C-E561-FA1A-6F60CC3E3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31BDDAD-8B24-B5D5-4226-53A3847E7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D46A668-9801-0B07-3BCB-818ECA28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A7FC464-0178-634A-A508-4A0D31B4A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3461DC-03AF-A8F7-080F-20796C4B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0735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BE94DE-FBE9-565F-D4F1-A18E087F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7E5136B-AF65-83E3-F5C2-1C810B0FB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F6E33E-573D-B2D7-9FFD-4B8196A71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F7F7537-815B-18B3-AD3D-C6F7E5B20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3101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AB0B073-B3B9-B45D-2F81-D67923C57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2891269-F1AC-8286-3B6F-66311D38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0765A0-F59E-1E71-71C4-2634C47B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2850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B7483F-BFED-5F7C-887B-64700708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145DCC-5E04-E636-26F7-15DA751F5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3DEA4C-3F0A-9E3A-5C83-1CF7B0BDC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48D8696-E67D-44C4-AA0E-1A50C383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D5F951-1DA9-3C2C-B22F-F8EA71E7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5A9444-F2D8-EE4C-6324-E12A8F91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5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351BAC-7170-0EC0-9A27-39D1A00AD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C2C2B76-CFC3-997B-726F-203236867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85FB09F-B8A5-8457-EA34-C8B1BBA99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1A26589-6DFB-86F5-B496-F16E1494D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FF0F7E-AE81-61DD-8FA9-2372A714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F438A6-FA43-BCA6-B4AA-F1EF84A7D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4780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DB00CE-5DB2-A9BF-7AFD-86A422944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FFE2EAB-6EF5-CE32-16CE-B7AC3F4011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29E93-7A02-6F87-1C60-59FBF7FF0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7A5700-754B-9495-EC13-B88DC7F8E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EE60BA-1E2C-FE6A-7A9B-3657316B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82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D326C992-6FD3-8479-23A7-640AFE3BB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ED55167-85EB-35B5-FB80-564AED3F9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F351D5-15B5-F471-7DA7-C8D26FF83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0C3671-7FB6-AEB5-D8CD-4D414094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3423A5-D86F-218F-8938-A5D27DBA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56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CB06DB7-CBE6-4DA8-CFBF-E595BD52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F33EA6-24F5-E757-FBA8-4378EBF3D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B738BC-FC4C-177E-2F2B-E0D8986F8F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8327F-5582-4A11-AE40-18A3B9340FB4}" type="datetimeFigureOut">
              <a:rPr lang="zh-TW" altLang="en-US" smtClean="0"/>
              <a:t>2026/5/12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2AF424-B855-D129-2304-E910DF885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18930D-EF9C-E821-F7C0-6CF569957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3F3AC-9875-4EBC-BA46-DF3F05878CC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22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A81F28DF-8C20-0967-A62D-D1527C5A2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6" t="15764" r="34634" b="42300"/>
          <a:stretch>
            <a:fillRect/>
          </a:stretch>
        </p:blipFill>
        <p:spPr>
          <a:xfrm>
            <a:off x="1020054" y="116591"/>
            <a:ext cx="2736304" cy="259674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9F9C4E0-5B7B-3FD2-7AEE-B682E0C22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00" t="56951" r="26200" b="28349"/>
          <a:stretch>
            <a:fillRect/>
          </a:stretch>
        </p:blipFill>
        <p:spPr>
          <a:xfrm>
            <a:off x="4094663" y="726002"/>
            <a:ext cx="4968552" cy="100811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1299A8F-541C-CFED-1284-7CA75F72C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8" t="71299" r="28699" b="20651"/>
          <a:stretch>
            <a:fillRect/>
          </a:stretch>
        </p:blipFill>
        <p:spPr>
          <a:xfrm>
            <a:off x="3878639" y="1738014"/>
            <a:ext cx="5522881" cy="70448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CB03477-C31E-2AC3-F472-26076B0FB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00" t="30050" r="63629" b="32085"/>
          <a:stretch>
            <a:fillRect/>
          </a:stretch>
        </p:blipFill>
        <p:spPr>
          <a:xfrm>
            <a:off x="1142335" y="3430830"/>
            <a:ext cx="2736304" cy="270116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9CDBA30-3852-0A41-0C8E-855A13393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8" t="71299" r="28699" b="20651"/>
          <a:stretch>
            <a:fillRect/>
          </a:stretch>
        </p:blipFill>
        <p:spPr>
          <a:xfrm>
            <a:off x="4078309" y="5063585"/>
            <a:ext cx="5522881" cy="70448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44AF8FA-943B-00A8-4B88-B2F3F7D5B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29" t="40068" r="9759" b="38006"/>
          <a:stretch>
            <a:fillRect/>
          </a:stretch>
        </p:blipFill>
        <p:spPr>
          <a:xfrm>
            <a:off x="4277977" y="3847539"/>
            <a:ext cx="5123543" cy="137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19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E356681-BF59-0EAE-5177-7766BE11E6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6"/>
          <a:stretch>
            <a:fillRect/>
          </a:stretch>
        </p:blipFill>
        <p:spPr>
          <a:xfrm>
            <a:off x="2028825" y="447675"/>
            <a:ext cx="3477768" cy="596265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B143695-0EE8-7474-296F-D79D3ACF6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769"/>
          <a:stretch>
            <a:fillRect/>
          </a:stretch>
        </p:blipFill>
        <p:spPr>
          <a:xfrm>
            <a:off x="4179951" y="1427876"/>
            <a:ext cx="2879217" cy="498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93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林世和</dc:creator>
  <cp:lastModifiedBy>林世和</cp:lastModifiedBy>
  <cp:revision>3</cp:revision>
  <dcterms:created xsi:type="dcterms:W3CDTF">2026-04-26T14:20:32Z</dcterms:created>
  <dcterms:modified xsi:type="dcterms:W3CDTF">2026-05-12T09:26:40Z</dcterms:modified>
</cp:coreProperties>
</file>